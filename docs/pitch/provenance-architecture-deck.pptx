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4213D"/>
                </a:solidFill>
                <a:latin typeface="Arial"/>
              </a:rPr>
              <a:t>Ratios (1.0 = clean)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4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Bootstrap CI coverage</c:v>
                  </c:pt>
                  <c:pt idx="1">
                    <c:v>Python test pass rate</c:v>
                  </c:pt>
                  <c:pt idx="2">
                    <c:v>Go test pass rate</c:v>
                  </c:pt>
                  <c:pt idx="3">
                    <c:v>Claims verifiable offline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</c:v>
                </c:pt>
                <c:pt idx="1">
                  <c:v>0.997</c:v>
                </c:pt>
                <c:pt idx="2">
                  <c:v>1</c:v>
                </c:pt>
                <c:pt idx="3">
                  <c:v>0.364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2A4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4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C9D3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Architecture Review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4203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Verifiable, tenant-isolated LLM inference controls for regulated AI — reproducibility receipts, and a measured cross-tenant cache-leak fix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Release/ship date · 12 September 2026 · Roshan Rana, AI Systems Architect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0" y="1097280"/>
            <a:ext cx="1005840" cy="10058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1097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2971800"/>
          </a:xfrm>
          <a:prstGeom prst="roundRect">
            <a:avLst>
              <a:gd name="adj" fmla="val 206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working controls for a bank's shared LLM inference platform: ATTEST proves a model's output is reproducible enough for a validator (SR 11-7); BARRIER closes a routing-layer channel that leaks one tenant's prompts to another.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ship against real vLLM, SGLang and llm-d — not a mock of them.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971800"/>
          </a:xfrm>
          <a:prstGeom prst="roundRect">
            <a:avLst>
              <a:gd name="adj" fmla="val 206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proves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inference at temperature 0 is not reproducible: 34 of 128 identical requests returned distinct logprob vectors. Determinism costs 18.0% of throughput isolated from caching (SGLang), 22.7% confounded with it (vLLM).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routing-index leak is real (AUC 1.0000, p=9.999e-05) and the tenant-salt fix closes it (AUC 0.5000, at chance) — same schedule, same pre-registered rule, measured in public CI on every push for £0.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2971800"/>
          </a:xfrm>
          <a:prstGeom prst="roundRect">
            <a:avLst>
              <a:gd name="adj" fmla="val 206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enterprise-ready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6916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lifecycle (phases 0–7), 12 ADRs and a 27-entry findings log — four of them guards that contained the defect they were written to catch, kept rather than hidden.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 Python + Go tests; the statistics are implemented and unit-tested in-house so a reviewer can read the decision rule rather than trust a library call.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audience: agree the pilot scope for the two open measurements — a client-observable timing oracle on real vLLM (FR-B-09) and a signed receipt against a live engine — and the GPU budget for the next session.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and the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model-risk problem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11-7 and its analogues assume a model's output can be reproduced. On a default vLLM deployment the honest answer is that nobody can: batched inference is not deterministic even at temperature 0, because GPU kernels pick different reduction orders depending on what else is in the batch.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information-barrier problem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499616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llm-d's cache-aware router makes a shared platform fast by routing matching prompt prefixes to the pod that already holds them. In a bank the prefixes are the sensitive part — by default, two tenants on one model share one routing namespace.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validator / auditor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Demonstrable reproducibility for a specific output, model identity anchored outside the platform team's control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review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/ SRE team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mitigation that ships as a plugin, not a fork, and a diff that states exactly what changed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/ operate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/ InfoSec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the routing layer cannot leak across an information barrier, and an honest account of what was and was not measured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Tenants (Research vs M&amp;A)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shared platform, and a guarantee neither can observe what the other is asking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request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at a glance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71600"/>
            <a:ext cx="365760" cy="36576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389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2880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 matrix of prompts, batch shapes and seeds through a real engine; record raw logprobs to an append-only, resumable ledger.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23160" y="2194560"/>
            <a:ext cx="13716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60320" y="12344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1371600"/>
            <a:ext cx="365760" cy="36576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9748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1389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+ attest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182880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on the cost of determinism; decompose it across two engines; sign a receipt anchored to a Hugging Face commit SHA and weight digest.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26280" y="2194560"/>
            <a:ext cx="13716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663440" y="12344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1371600"/>
            <a:ext cx="365760" cy="36576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1389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182880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two-tenant llm-d cluster in kind; probe the prefix-cache router with a pre-registered AUC/bootstrap/permutation rule fixed before any attack code existed.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629400" y="2194560"/>
            <a:ext cx="13716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766560" y="1234440"/>
            <a:ext cx="1965960" cy="1965960"/>
          </a:xfrm>
          <a:prstGeom prst="roundRect">
            <a:avLst>
              <a:gd name="adj" fmla="val 2791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1371600"/>
            <a:ext cx="365760" cy="36576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389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it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182880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out-of-tree EPP plugin binds the cache salt to authenticated identity; Envoy strips and re-injects it before ext_proc; both profiles run in CI on every push.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3429000"/>
            <a:ext cx="4023360" cy="1188720"/>
          </a:xfrm>
          <a:prstGeom prst="roundRect">
            <a:avLst>
              <a:gd name="adj" fmla="val 461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4838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739896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CLI (verify exit codes 0/2/3/4/5/6) · barrier attack scripts · common/stats library · GitHub Actions. No service, no dashboard — every published number is a file under git.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429000"/>
            <a:ext cx="4023360" cy="1188720"/>
          </a:xfrm>
          <a:prstGeom prst="roundRect">
            <a:avLst>
              <a:gd name="adj" fmla="val 461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0" y="34838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workstreams, one shared library (D-04)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3739896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needs a rented GPU for about $2.00 total. BARRIER's kind cluster runs in public CI for £0. Neither blocks the other's ship; both share common/stats only.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C4 LEVEL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554480" cy="868680"/>
          </a:xfrm>
          <a:prstGeom prst="roundRect">
            <a:avLst>
              <a:gd name="adj" fmla="val 6316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+ run, no GPU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11680" y="1627632"/>
            <a:ext cx="502920" cy="978408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194560"/>
            <a:ext cx="1554480" cy="868680"/>
          </a:xfrm>
          <a:prstGeom prst="roundRect">
            <a:avLst>
              <a:gd name="adj" fmla="val 6316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94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Roshan (operator)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054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session + cluster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 flipV="1">
            <a:off x="2011680" y="2606040"/>
            <a:ext cx="502920" cy="27432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200400"/>
            <a:ext cx="1554480" cy="868680"/>
          </a:xfrm>
          <a:prstGeom prst="roundRect">
            <a:avLst>
              <a:gd name="adj" fmla="val 6316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552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validator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1129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a receipt alone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 flipV="1">
            <a:off x="2011680" y="2606040"/>
            <a:ext cx="502920" cy="1033272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560320" y="118872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97480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697480" y="1600200"/>
            <a:ext cx="2834640" cy="594360"/>
          </a:xfrm>
          <a:prstGeom prst="roundRect">
            <a:avLst>
              <a:gd name="adj" fmla="val 923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88920" y="16550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191109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CLI · barrier attack scripts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697480" y="2286000"/>
            <a:ext cx="283464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88920" y="2340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+ BARRIER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259689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· receipt · analysis / attack · epp · deploy — common/stats shared by both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697480" y="33375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33924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bench/results/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36484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raw evidence; single writer per run-id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309360" y="118872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12435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Hub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14996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identity: commit SHA + LFS weight digest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09360" y="20116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20665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/ SGLang engine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23225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rented GPU, SM ≥ 8.0, released same day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309360" y="28346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28895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cluster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314553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 Router + simulator pods, two tenants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309360" y="365760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0" y="37124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0" y="39684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· BARRIER cluster workflow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 flipV="1">
            <a:off x="5669280" y="1527048"/>
            <a:ext cx="640080" cy="1216152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5669280" y="2350008"/>
            <a:ext cx="640080" cy="484632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69280" y="2926080"/>
            <a:ext cx="640080" cy="246888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669280" y="3017520"/>
            <a:ext cx="640080" cy="960120"/>
          </a:xfrm>
          <a:prstGeom prst="line">
            <a:avLst/>
          </a:prstGeom>
          <a:noFill/>
          <a:ln w="12700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Build/measure-time only: the GPU engine is rented by the hour and released the same day; the kind cluster stands up fresh in CI on every push. Nothing here is an always-on service.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C4 LEVEL 2 · HLD §4, C1–C8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architecture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324612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— harness (C1)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600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matrix.py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8013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× batch × seed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48640" y="2139696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167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3682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cells.jsonl, resumable</a:t>
            </a:r>
            <a:endParaRPr lang="en-US" sz="77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7340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/ vllm / sglang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29352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lifecycle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3009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5021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→ JSONL + receipt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2606040" y="1188720"/>
            <a:ext cx="1965960" cy="324612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9748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— receipt/analysis (C2,C3)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572768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70632" y="1600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 / canonical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770632" y="18013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in-toto + JCS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2697480" y="2139696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770632" y="2167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sign.py / cli.py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770632" y="23682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ed25519, exit codes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2697480" y="2706624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70632" y="27340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provenance.py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29352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commit + LFS digest</a:t>
            </a:r>
            <a:endParaRPr lang="en-US" sz="770" dirty="0"/>
          </a:p>
        </p:txBody>
      </p:sp>
      <p:sp>
        <p:nvSpPr>
          <p:cNvPr id="30" name="Shape 28"/>
          <p:cNvSpPr/>
          <p:nvPr/>
        </p:nvSpPr>
        <p:spPr>
          <a:xfrm>
            <a:off x="2697480" y="3273552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70632" y="33009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/ divergence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770632" y="35021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CIs, no engine access</a:t>
            </a:r>
            <a:endParaRPr lang="en-US" sz="770" dirty="0"/>
          </a:p>
        </p:txBody>
      </p:sp>
      <p:sp>
        <p:nvSpPr>
          <p:cNvPr id="33" name="Shape 31"/>
          <p:cNvSpPr/>
          <p:nvPr/>
        </p:nvSpPr>
        <p:spPr>
          <a:xfrm>
            <a:off x="4754880" y="1188720"/>
            <a:ext cx="1965960" cy="324612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4632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 (C4,C5,C6)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1572768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919472" y="1600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spike_s02 / demo_frb03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4919472" y="18013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oracle + FR-B-03 probe</a:t>
            </a:r>
            <a:endParaRPr lang="en-US" sz="770" dirty="0"/>
          </a:p>
        </p:txBody>
      </p:sp>
      <p:sp>
        <p:nvSpPr>
          <p:cNvPr id="38" name="Shape 36"/>
          <p:cNvSpPr/>
          <p:nvPr/>
        </p:nvSpPr>
        <p:spPr>
          <a:xfrm>
            <a:off x="4846320" y="2139696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19472" y="2167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ground_truth.py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919472" y="23682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prefix-index truth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4846320" y="2706624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919472" y="27340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plugin.go / salt.go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29352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tenant-salt EPP plugin</a:t>
            </a:r>
            <a:endParaRPr lang="en-US" sz="770" dirty="0"/>
          </a:p>
        </p:txBody>
      </p:sp>
      <p:sp>
        <p:nvSpPr>
          <p:cNvPr id="44" name="Shape 42"/>
          <p:cNvSpPr/>
          <p:nvPr/>
        </p:nvSpPr>
        <p:spPr>
          <a:xfrm>
            <a:off x="4846320" y="3273552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19472" y="33009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values-*.yaml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4919472" y="35021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vs hardened</a:t>
            </a:r>
            <a:endParaRPr lang="en-US" sz="770" dirty="0"/>
          </a:p>
        </p:txBody>
      </p:sp>
      <p:sp>
        <p:nvSpPr>
          <p:cNvPr id="47" name="Shape 45"/>
          <p:cNvSpPr/>
          <p:nvPr/>
        </p:nvSpPr>
        <p:spPr>
          <a:xfrm>
            <a:off x="6903720" y="1188720"/>
            <a:ext cx="1965960" cy="324612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9516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+ evidence (C7,C8)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995160" y="1572768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068312" y="1600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/ permutation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7068312" y="18013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AUC, permutation test</a:t>
            </a:r>
            <a:endParaRPr lang="en-US" sz="770" dirty="0"/>
          </a:p>
        </p:txBody>
      </p:sp>
      <p:sp>
        <p:nvSpPr>
          <p:cNvPr id="52" name="Shape 50"/>
          <p:cNvSpPr/>
          <p:nvPr/>
        </p:nvSpPr>
        <p:spPr>
          <a:xfrm>
            <a:off x="6995160" y="2139696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068312" y="2167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decision.py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7068312" y="23682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pre-registered verdict</a:t>
            </a:r>
            <a:endParaRPr lang="en-US" sz="770" dirty="0"/>
          </a:p>
        </p:txBody>
      </p:sp>
      <p:sp>
        <p:nvSpPr>
          <p:cNvPr id="55" name="Shape 53"/>
          <p:cNvSpPr/>
          <p:nvPr/>
        </p:nvSpPr>
        <p:spPr>
          <a:xfrm>
            <a:off x="6995160" y="2706624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068312" y="27340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calibration / noise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068312" y="29352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200-dataset CI check</a:t>
            </a:r>
            <a:endParaRPr lang="en-US" sz="770" dirty="0"/>
          </a:p>
        </p:txBody>
      </p:sp>
      <p:sp>
        <p:nvSpPr>
          <p:cNvPr id="58" name="Shape 56"/>
          <p:cNvSpPr/>
          <p:nvPr/>
        </p:nvSpPr>
        <p:spPr>
          <a:xfrm>
            <a:off x="6995160" y="3273552"/>
            <a:ext cx="178308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068312" y="33009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bench/results/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7068312" y="35021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single-writer</a:t>
            </a:r>
            <a:endParaRPr lang="en-US" sz="770" dirty="0"/>
          </a:p>
        </p:txBody>
      </p:sp>
      <p:sp>
        <p:nvSpPr>
          <p:cNvPr id="61" name="Shape 59"/>
          <p:cNvSpPr/>
          <p:nvPr/>
        </p:nvSpPr>
        <p:spPr>
          <a:xfrm>
            <a:off x="2423160" y="2834640"/>
            <a:ext cx="18288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572000" y="2834640"/>
            <a:ext cx="18288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720840" y="2834640"/>
            <a:ext cx="18288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 do not overlap (HLD §4): C3 never touches an engine, C1 never computes a statistic, C4 never decides whether a result passes — that is C7's pre-registered test.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CRITICAL FLOW · FR-B-03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critical flow: measuring the cross-tenant leak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533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 submits a fresh nonce prefix nobody has sent before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423160" y="189280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560320" y="128016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3533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Probe +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1645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A submits the identical text — the positive class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26280" y="189280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63440" y="128016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13533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Probe 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645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A submits a different fresh nonce — the negative class, same tenant, same key, same length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629400" y="189280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766560" y="128016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13533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Read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1645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ratio read from the EPP's own prefix_indexer_hit_ratio histogram, attributed to exactly one request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907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Guard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the trial if the counter moved by anything other than one — another client or a retry would corrupt it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23160" y="344728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560320" y="283464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51760" y="2907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Score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common/stats/decision.py: AUC ≥ 0.75, CI excludes 0.5, p &lt; 0.01 for the attack; CI contains 0.5 for the mitigation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26280" y="344728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63440" y="283464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54880" y="2907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Repeat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profiles, same schedule, 40 trials per profile — in GitHub Actions, on every push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629400" y="3447288"/>
            <a:ext cx="137160" cy="9144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766560" y="283464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0" y="2907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Verdict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attack_succeeds / at_chance / neither — the middle case is a real state, not a bug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229600" y="2514600"/>
            <a:ext cx="9144" cy="320040"/>
          </a:xfrm>
          <a:prstGeom prst="line">
            <a:avLst/>
          </a:prstGeom>
          <a:noFill/>
          <a:ln w="15875">
            <a:solidFill>
              <a:srgbClr val="6B7A9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was fixed in LLD §7 before any attack code existed. It has already returned 'neither' once (S-02, ADR-011) and both extremes once (FR-B-03, ADR-012) — never adjusted to fit.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THE PRE-REGISTERED DECISION RULE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verdict fixed before the evidence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206240" cy="3246120"/>
          </a:xfrm>
          <a:prstGeom prst="roundRect">
            <a:avLst>
              <a:gd name="adj" fmla="val 1690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61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rule requires (common/stats/decision.py)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72768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attack_succeeds: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auc &gt;= 0.75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ci_lower_bound &gt; 0.5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 &lt; 0.01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at_chance: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 contains 0.5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otherwise: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inconclusive   # neither claim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154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holds up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4564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7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 scores both the attack and the mitigation — nothing to let them silently drift apart</a:t>
            </a:r>
            <a:endParaRPr lang="en-US" sz="87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7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 common/stats/ rather than imported: a reviewer can read the whole rule in about forty lines</a:t>
            </a:r>
            <a:endParaRPr lang="en-US" sz="87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7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calibration-tested over 200 null datasets: nominal 95% should cover truth ~95% of the time (91.0% observed)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4937760" y="1188720"/>
            <a:ext cx="3749040" cy="621792"/>
          </a:xfrm>
          <a:prstGeom prst="roundRect">
            <a:avLst>
              <a:gd name="adj" fmla="val 882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2344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attack_succeeds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23444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profile, run #15: AUC 1.0000, p=9.999e-05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937760" y="1874520"/>
            <a:ext cx="3749040" cy="621792"/>
          </a:xfrm>
          <a:prstGeom prst="roundRect">
            <a:avLst>
              <a:gd name="adj" fmla="val 882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74920" y="19202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at_chance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92024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profile, run #15: AUC 0.5000, same schedule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937760" y="2560320"/>
            <a:ext cx="3749040" cy="621792"/>
          </a:xfrm>
          <a:prstGeom prst="roundRect">
            <a:avLst>
              <a:gd name="adj" fmla="val 882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2606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60604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S-02 simulator, run #12: AUC 0.5581 [0.5026,0.6138]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937760" y="3291840"/>
            <a:ext cx="3749040" cy="1170432"/>
          </a:xfrm>
          <a:prstGeom prst="roundRect">
            <a:avLst>
              <a:gd name="adj" fmla="val 4688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mattered twice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602736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S-02 returned 'ORACLE VIABLE' on a plain millisecond counter — twice — because a five-name ignore-list only excludes noise you already named. The fix was a property test, not a longer list. Two more guards (F-25, F-26) failed the same way before the ground-truth check became tested code.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DATA · ADR-001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architecture: no database, by design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463040"/>
          </a:xfrm>
          <a:prstGeom prst="roundRect">
            <a:avLst>
              <a:gd name="adj" fmla="val 375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evidence (C1, C4)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bench/results/&lt;workstream&gt;-&lt;UTC timestamp&gt;-&lt;git SHA&gt;/ — JSONL run output + manifest.json (command, SHA, env, timestamps). Single writer per run-id; immutable once the manifest finalises. Analysis reads, never mutates.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43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(C2)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99816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in-toto-style JSON + detached ed25519 signature, JCS-canonicalised so two serialisations produce identical bytes. Model identity anchors to the Hugging Face Hub commit SHA and LFS weight digest — a root the platform team does not control.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2148840" cy="1691640"/>
          </a:xfrm>
          <a:prstGeom prst="roundRect">
            <a:avLst>
              <a:gd name="adj" fmla="val 3243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18105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file, all under git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24028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output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receipts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metrics/headline.json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89120" y="2560320"/>
            <a:ext cx="228600" cy="9144"/>
          </a:xfrm>
          <a:prstGeom prst="line">
            <a:avLst/>
          </a:prstGeom>
          <a:noFill/>
          <a:ln w="25400">
            <a:solidFill>
              <a:srgbClr val="2EC4B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903720" y="1188720"/>
            <a:ext cx="1783080" cy="324612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2435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Figures, generated not drawn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1499616"/>
            <a:ext cx="1600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docs/figures/*.svg regenerated by scripts/make_figures.py from bench/results/measurements.json. tests/test_published_numbers.py fails the build if README or the ship report drifts from it.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would put a published number behind something that can drift (ADR-001) — the opposite of what a repository whose entire subject is verifiable claims can afford.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INTEGRATION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engines, one plugin, and where the boundary sits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508760"/>
          </a:xfrm>
          <a:prstGeom prst="roundRect">
            <a:avLst>
              <a:gd name="adj" fmla="val 3636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engines, one seam (C1)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attest/harness/engine.py defines one client interface; vllm.py and sglang.py implement its lifecycle. SGLang entered as a control arm (ADR-009) to decompose vLLM's confounded cost number — methodology, not coverage.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1508760"/>
          </a:xfrm>
          <a:prstGeom prst="roundRect">
            <a:avLst>
              <a:gd name="adj" fmla="val 3636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plugin, no fork (ADR-002)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499616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llm-d-router exports Register() and a package-level Registry, so barrier/epp/cmd/epp blank-imports the tenant-salt plugin and runs upstream's runner unmodified. Upgrades are a go.mod bump plus a compile check.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55448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89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is the whole trust boundary (F-27)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14553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applies route-level header mutations in the router filter, which runs AFTER ext_proc — a naive strip-and-inject never reaches the EPP. The fix places envoy.filters.http.header_mutation before ext_proc, and overwrites rather than remove-then-add, because Envoy applies removes after adds.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4754880" y="2834640"/>
            <a:ext cx="3931920" cy="155448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889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'live' surface is CI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14553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two-tenant kind topology (llm-d Router + simulator pods) stands up fresh in GitHub Actions on every push to barrier/**, both profiles, £0 — the BARRIER cluster workflow, active and running since 2026-09-07.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choices and why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65176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Alternatives considered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one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Monorepo of CLIs, no services (ADR-001)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service + dashboard; one unified CLI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 under git are the simplest traceability story; a database puts published numbers behind something that can drift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Out-of-tree Go module, no fork (ADR-002)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llm-d-router; configuration-only mitigation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Register/Registry are exported — a droppable plugin is stronger than a fork reviewers discount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the AUC/bootstrap/permutation test (ADR-003)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 roc_auc_score; statsmodels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reviewer assessing a security claim should read the forty-line test, not trust a library call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Helm, two values files as the deliverable (ADR-004)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Kustomize overlays; raw YAML per config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diff between values-default.yaml and values-hardened.yaml IS the argument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ed25519 + in-toto predicate, sigstore deferred (ADR-005)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Sigstore keyless via cosign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Keyless signing needs network + OIDC at verify time, breaking the no-accounts path (D-13)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identity at the proxy, fail closed (ADR-006)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the header to llm-d's own InputControlHeaders; trust it as received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Upstream's set is a hardcoded package var; the proxy boundary needs no upstream change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ATTEST's control arm (ADR-009)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 the confounded vLLM number with a caveat; drop the claim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runs deterministic with its cache on, supplying the missing 2×2 cell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features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attestation receipts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in-toto statement, JCS-canonicalised, ed25519-signed; model identity anchored to a Hugging Face commit SHA and LFS weight digest, not a local hash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2435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Resumable measurement harness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4996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matrix.py × ledger.py: a run that dies at cell 340 of 600 resumes at 341; raw output committed before analysis reads it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2435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Cost-of-determinism decomposition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4996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across vLLM and SGLang isolates determinism's cost (18.0%) from the prefix cache's (a 7.9% penalty on this workload)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Tenant-salt EPP plugin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out-of-tree, registered via llm-d's exported Registry; HMAC-derives a salt from authenticated identity, propagates it to vLLM's own cache too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246120" y="228600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3756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Two-tenant kind topology in CI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deployment profiles stood up fresh on every push to barrier/**; the FR-B-03 measurement runs against them for £0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35040" y="228600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statistics library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bootstrap CI, permutation test, calibration-tested over 200 null datasets; the decision rule is frozen before any attack code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 verify CLI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6941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exit-code contract: 0 valid, 2 signature invalid, 3 digest mismatch, 4 malformed, 5 Hub unreachable, 6 identity divergent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46120" y="338328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37560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barrier-diff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337560" y="36941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mitigation presented as a three-change YAML diff between values-default.yaml and values-hardened.yaml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38328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34381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STATE.md findings log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0" y="36941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findings (F-01…F-27) — the project's own record of what it got wrong and how each was caught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DOCS/RESULTS.MD §1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Batched inference is not reproducible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13</a:t>
            </a:r>
            <a:endParaRPr lang="en-US" sz="800" dirty="0"/>
          </a:p>
        </p:txBody>
      </p:sp>
      <p:pic>
        <p:nvPicPr>
          <p:cNvPr id="5" name="Image 0" descr="C:/Code-Central/PROVENANCE/docs/assets/20-di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577840" cy="247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1188720"/>
            <a:ext cx="2331720" cy="178308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46520" y="12435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46520" y="1499616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identical requests, temperature 0, seed fixed. VLLM_BATCH_INVARIANT=1 cuts 34 distinct outputs to 5 — a large mitigation, not a guarantee. SGLang's deterministic mode reached 1 of 128.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6355080" y="30632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11810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establish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374136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engines ran under their own defaults and schedulers — read as two measurements, not a controlled comparison (README).</a:t>
            </a:r>
            <a:endParaRPr lang="en-US" sz="8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DOCS/RESULTS.MD §2 · ADR-009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determinism, decomposed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14</a:t>
            </a:r>
            <a:endParaRPr lang="en-US" sz="800" dirty="0"/>
          </a:p>
        </p:txBody>
      </p:sp>
      <p:pic>
        <p:nvPicPr>
          <p:cNvPr id="5" name="Image 0" descr="C:/Code-Central/PROVENANCE/docs/assets/21-cost-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30236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2103120" cy="178308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75120" y="12435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second engine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1499616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cannot run batch-invariant with prefix caching on, so its 22.7% number is determinism plus the loss of the cache. SGLang runs deterministic with its cache on, supplying the missing 2×2 cell.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6583680" y="306324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31181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counter-intuitive part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3741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confounded figure (0.848×) understates the isolated cost (0.820×) here — the two effects partly cancel on this short-prompt workload.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DOCS/RESULTS.MD §3 · ADR-012, CI RUN #15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cross-tenant leak, and the mitigation closing 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15</a:t>
            </a:r>
            <a:endParaRPr lang="en-US" sz="800" dirty="0"/>
          </a:p>
        </p:txBody>
      </p:sp>
      <p:pic>
        <p:nvPicPr>
          <p:cNvPr id="5" name="Image 0" descr="C:/Code-Central/PROVENANCE/docs/assets/22-frb03-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27147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2103120" cy="178308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75120" y="12435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schedule, same rule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1499616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trials per profile, n=80. default clears the pre-registered bar (AUC 1.0000, p=9.999e-05); hardened lands exactly at chance (AUC 0.5000) — the same instrument, the same threshold.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6583680" y="306324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31181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stated plainly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3741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confirmation oracle: the probe sends the victim's prompt verbatim, so 1.0 is by construction. It shows a guessed prefix confirmed, not unknown content recovered.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DOCS/RESULTS.MD §4 · ADR-011, CI RUN #12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pre-registered rule is actually for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16</a:t>
            </a:r>
            <a:endParaRPr lang="en-US" sz="800" dirty="0"/>
          </a:p>
        </p:txBody>
      </p:sp>
      <p:pic>
        <p:nvPicPr>
          <p:cNvPr id="5" name="Image 0" descr="C:/Code-Central/PROVENANCE/docs/assets/23-s02-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30236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2103120" cy="192024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75120" y="124358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wrong-shaped answers first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1499616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runs at n=62 put the AUC point estimate above chance with an interval straddling it — not evidence of no effect, just an underpowered sample.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6583680" y="320040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32552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n=402 fixed in advance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511296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0.5581 [0.5026, 0.6138], p=0.0425 — clears none of the three thresholds. 'No oracle', stated precisely, not 'no effect'.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· THIS REVIEW'S OWN RUNS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Confirming the numbers, and the receipt pipeline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17</a:t>
            </a:r>
            <a:endParaRPr lang="en-US" sz="800" dirty="0"/>
          </a:p>
        </p:txBody>
      </p:sp>
      <p:pic>
        <p:nvPicPr>
          <p:cNvPr id="5" name="Image 0" descr="C:/Code-Central/PROVENANCE/docs/assets/10-headline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1854556"/>
          </a:xfrm>
          <a:prstGeom prst="rect">
            <a:avLst/>
          </a:prstGeom>
        </p:spPr>
      </p:pic>
      <p:pic>
        <p:nvPicPr>
          <p:cNvPr id="6" name="Image 1" descr="C:/Code-Central/PROVENANCE/docs/assets/11-receipt-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3931920" cy="139255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make headline / make card / make card-check, then the full pytest run (331 passed, 1 Windows-only failure, 111s). Right: make attest-demo — signs a receipt, then tampers with it three ways and requires the verifier to catch every one ('valid=0, tampered=3').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· MAKE BARRIER-DIFF · BARRIER/EPP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mitigation, and proof it compiles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18</a:t>
            </a:r>
            <a:endParaRPr lang="en-US" sz="800" dirty="0"/>
          </a:p>
        </p:txBody>
      </p:sp>
      <p:pic>
        <p:nvPicPr>
          <p:cNvPr id="5" name="Image 0" descr="C:/Code-Central/PROVENANCE/docs/assets/12-barrier-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31920" cy="1766087"/>
          </a:xfrm>
          <a:prstGeom prst="rect">
            <a:avLst/>
          </a:prstGeom>
        </p:spPr>
      </p:pic>
      <p:pic>
        <p:nvPicPr>
          <p:cNvPr id="6" name="Image 1" descr="C:/Code-Central/PROVENANCE/docs/assets/13-epp-go-tes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3931920" cy="234932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entire mitigation as a three-change YAML diff — plugin declaration, salt propagated to vLLM's own cache, proxy strip-and-inject. Right: go build/vet/test against the real llm-d-router v0.10.0 graph — 19 test functions (26 with subtests), all passing.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 · CONTROLS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compliance controls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31089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in the code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(trust boundary)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attacker-supplied identity header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x-llmd-tenant, inject vouched identity via OVERWRITE_IF_EXISTS_OR_ADD, before ext_proc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#13: 401 unauthenticated; F-27 fix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EPP prefix index (approximate)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omission / forgery / negligence of client-supplied cache_salt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 is HMAC-derived from vouched identity; failClosed rejects absent/malformed identity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ADR-012 run #15: default AUC 1.0000, hardened 0.5000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cache (precise path)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 closes routing index but leaves vLLM's own KV cache shared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rewrites the outbound cache_salt so the engine partitions identically (obligation 3)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test: all 7 body variants covered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 secret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compromised secret derives every tenant's salt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32 bytes, mounted from a Secret, never logged, never in values files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threat-model.md §8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Receipt verifier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claim the platform team could fabricate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identity anchors to the HF Hub commit SHA + LFS digest, a root we do not control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 verify --online, exit codes 5/6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risks are written down, not hidden: no authentication on the demo cluster beyond the proxy; a compromised salt secret restores every forgery; the client-observable oracle on real vLLM (FR-B-09) is unmeasured.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 · PROCESS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built: a gated lifecycle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brief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490472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27048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HLD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23744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LLD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557016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plan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90288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26864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623560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0136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measure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656832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C2B4F"/>
          </a:solidFill>
          <a:ln w="12700">
            <a:solidFill>
              <a:srgbClr val="1C2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93408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amend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90104" y="1234440"/>
            <a:ext cx="960120" cy="566928"/>
          </a:xfrm>
          <a:prstGeom prst="roundRect">
            <a:avLst>
              <a:gd name="adj" fmla="val 8065"/>
            </a:avLst>
          </a:prstGeom>
          <a:solidFill>
            <a:srgbClr val="1E5C57"/>
          </a:solidFill>
          <a:ln w="12700">
            <a:solidFill>
              <a:srgbClr val="1E5C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26680" y="1252728"/>
            <a:ext cx="8869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shipped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2514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ADRs, each with options considered and consequences accepted — several overturning the original brief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560320" y="201168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70048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2670048" y="2514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logged in STATE.md (F-01…F-27); four are guards that contained the defect they were written to catch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201168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73168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4773168" y="2514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across 7 milestones in the execution plan; 6 detailed packs committed for the earliest waves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766560" y="2011680"/>
            <a:ext cx="19659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76288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$2.00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6876288" y="25146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rented GPU spend across six pods for every ATTEST number in this repository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40233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33924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Pre-registered, not post-hoc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64845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BARRIER's success criteria (AUC ≥ 0.75, CI excludes 0.5, p &lt; 0.01) were committed before any attack code existed, and the git history shows that ordering.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3337560"/>
            <a:ext cx="4023360" cy="1143000"/>
          </a:xfrm>
          <a:prstGeom prst="roundRect">
            <a:avLst>
              <a:gd name="adj" fmla="val 48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54880" y="33924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validates everything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64845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· ruff format · mypy strict · pytest (332 tests) · Go build/vet/test — make check. CI is meant to mirror it exactly; a step that passes locally and fails there is treated as the bug.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 · MEASUREMENT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metrics from this review's own runs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21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47548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34440"/>
                <a:gridCol w="640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tests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 passed, 1 failed (Windows-only) of 332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 run pytest -q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tests (barrier/epp)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funcs / 26 with subtests, all pass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build &amp;&amp; go vet &amp;&amp; go test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ADRs / findings logged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27 (4 self-catching guards)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decisions.md, STATE.md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Cross-tenant leak (default)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1.0000, p=9.999e-05, n=80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ADR-012, CI run #15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(hardened)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0.5000, at chance, n=80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ADR-012, CI run #15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Determinism cost, isolated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 (SGLang, D/B = 0.820×)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ADR-009, H100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Determinism cost, confounded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22.7%, 95% CI [0.741, 0.808] (vLLM)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bench/results/cost-h100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Python failure asserts a 0600 file-mode; Windows filesystems do not enforce that bit the way POSIX does. Confirmed pre-existing and platform-specific during this review — not a defect in the path CI actually runs (ubuntu-latest).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Quirks and known limitations (stated, not hidden)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2435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confirmation oracle, not an extraction one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96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FR-B-03's probe sends the victim's prompt verbatim, so AUC 1.0 is by construction. It shows a guessed prefix gets confirmed; nothing about recovering unknown content (ADR-012).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2435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client-observable oracle — on the simulator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14996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S-02: latency AUC 0.5581 [0.5026, 0.6138], p=0.0425 — clears none of the three thresholds. Real vLLM does vary TTFT with cache state; that question is FR-B-09, open.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665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engines, not a controlled comparison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2257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and SGLang ran under their own defaults and schedulers. The gap between 34 and 3 (determinism off) is larger than the determinism question alone explains.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663440" y="201168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20665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signed receipt against a real engine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232257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attest-demo exercises the full pipeline, tamper detection included, against a stub. The GPU runs measured divergence and cost but emitted no receipts.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88950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guards contained the bug they targeted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14553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F-14, F-23, F-25, F-26: a comparison-arm guard that failed open, a millisecond counter mistaken for a discriminator (twice), a ground-truth gate that proved a plugin ran, not that it matched.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288950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is disabled; only the cluster workflow runs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14553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 workflow is manually disabled on GitHub; BARRIER cluster is the only active workflow, standing up both profiles on every push (confirmed via gh workflow list --all).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7124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pytest failure, Windows-only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9684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test_private_key_is_written_unreadable_to_others asserts a 0600 file mode Windows does not express the same way. 331 of 332 pass on this host.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4663440" y="3657600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54880" y="37124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Pre-existing lint/type debt in metrics/render.py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684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found 2 E501 lines and mypy found missing dict[...] type args during this review's confirmation run — present before this task, left unfixed as out of scope.</a:t>
            </a:r>
            <a:endParaRPr lang="en-US" sz="7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 · OPERATIONS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Cost, performance and operability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234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0992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rented GPU spend (H100 + A40, six pods) for every ATTEST number in the repository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0" y="118872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70048" y="1234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670048" y="170992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BARRIER's two-tenant kind cluster, both profiles, stood up fresh in GitHub Actions on every push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73168" y="1234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70992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332-test Python suite on this host (0:01:51); Go build+vet+test completes in well under a second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766560" y="1188720"/>
            <a:ext cx="196596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76288" y="1234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876288" y="1709928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no services (HLD §4) — every artifact is a file under git, traced to a command and a SHA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4023360" cy="1828800"/>
          </a:xfrm>
          <a:prstGeom prst="roundRect">
            <a:avLst>
              <a:gd name="adj" fmla="val 3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6609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Operability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916936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STATE.md is the single source of truth for where the project stands — no repo-wide crawl needed to resume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bench/results/ keeps the runs that were wrong alongside the ones that were right, each with the reason attached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make check is the one gate agents, humans and CI all run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make headline / make card regenerate the offline metrics card and fail the build on drift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4663440" y="2606040"/>
            <a:ext cx="4023360" cy="1828800"/>
          </a:xfrm>
          <a:prstGeom prst="roundRect">
            <a:avLst>
              <a:gd name="adj" fmla="val 3000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26609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not yet instrumented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916936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alerting, no dashboard, no production deployment target — this is a measurement rig and a shipped mitigation, not a running service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GPU session is staged with a human decision point precisely because it is rented hardware, not standing infrastructure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 currently runs only the BARRIER cluster workflow (see Quirks)</a:t>
            </a:r>
            <a:endParaRPr lang="en-US" sz="87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— none of it load-bearing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3200400"/>
          </a:xfrm>
          <a:prstGeom prst="roundRect">
            <a:avLst>
              <a:gd name="adj" fmla="val 2791"/>
            </a:avLst>
          </a:prstGeom>
          <a:solidFill>
            <a:srgbClr val="EEF6F4"/>
          </a:solidFill>
          <a:ln w="9525">
            <a:solidFill>
              <a:srgbClr val="2EC4B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243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481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timing oracle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737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FR-B-09 on real vLLM, where TTFT does vary with cache state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could not answer it (ADR-011) — this is the last open client-observable question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65960" cy="320040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243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481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prefixes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2057400"/>
            <a:ext cx="1737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FR-B-03's separation is binary today (identical or disjoint)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system prompt with differing tails makes the match ratio continuous and the interval non-degenerate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965960" cy="320040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243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481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Receipt on a live engine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773168" y="2057400"/>
            <a:ext cx="1737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 receipt against real vLLM/SGLang output, not the stub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tamper-detection test to that path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6766560" y="1188720"/>
            <a:ext cx="1965960" cy="3200400"/>
          </a:xfrm>
          <a:prstGeom prst="roundRect">
            <a:avLst>
              <a:gd name="adj" fmla="val 2791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2435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876288" y="1481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statistical questions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2057400"/>
            <a:ext cx="1737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on the SGLang 2×2; SGLang's Triton backend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vLLM's batch-invariant mode leaves 5 residual vectors of 128 where SGLang leaves 1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STATE.md lists all of this explicitly as 'none of it load-bearing' — both workstreams already have their headline result measured.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— Decision log (abridged)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25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Monorepo of CLIs, no services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runtime to maintain; a dashboard, if ever built, is a mirror, never a source of truth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Out-of-tree Go module, no fork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track the runner API across releases; upgrades are a go.mod bump plus a compile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the AUC/bootstrap/permutation test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the attack and mitigation tests share one implementation — two would make the comparison meaningless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identity at the proxy, fail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threat model states the proxy as the trust boundary; the guarantee is conditional on 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Propagate the salt to the engine, not just the EPP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FR-B-05 gains a third obligation; the residual shrinks to 'whatever survives partitioning both'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ADR-009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ATTEST's control arm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D-06 amended: caching pinned off for vLLM because of an upstream integration gap, not determinism itself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client-observable oracle on the simulator; FR-B-03 rescopes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attacker-observable oracle becomes FR-B-09's problem, on real vLLM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ADR-012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FR-B-03 measured: the leak exists and the salt closes 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two-profile diff is now backed by a measurement, not an argument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— Build statistics and lessons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docs/design/decisions.md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logged (F-01…F-27)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STATE.md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that were guards containing their own defect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(F-14, F-23/24, F-25, F-26)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STATE.md, SHIP-REPORT.md §2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tests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 (331 passing on this host, 1 Windows-only failure)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uv run pytest -q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tests (barrier/epp)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functions / 26 with subtests, all passing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test ./... -v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BARRIER cluster CI runs observed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active, both profiles, since 2026-09-07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 run list -R roshanrana/PROVENANCE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8229600" cy="1234440"/>
          </a:xfrm>
          <a:prstGeom prst="roundRect">
            <a:avLst>
              <a:gd name="adj" fmla="val 4444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30098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written into the record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57016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limit that has not been re-tested is a guess (ADR-008 — the Go toolchain 'block' was asserted, not tested, and blocked nothing once actually tried).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gate whose failure message is silence cannot distinguish the thing it exists to catch (F-25).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 ignore-list only excludes the noise you already named — S-02 needed a property test, not a longer list (F-23/F-24).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Four instances of one shape is a pattern worth naming, not four coincidences.</a:t>
            </a:r>
            <a:endParaRPr lang="en-US" sz="87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 — Repository map and how to 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AI Systems Architecture Review · 27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common/stats/      AUC, bootstrap CI, permutation, decision rule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attest/harness/    matrix, ledger, engine client, vLLM + SGLang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attest/receipt/    in-toto schema, JCS, ed25519, verify CLI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attest/analysis/   divergence tables, cost-of-determinism CIs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barrier/attack/    S-02 spike, FR-B-03 probe, ground truth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barrier/epp/       Go: tenant-salt plugin + custom EPP binary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barrier/deploy/    kind + Helm: values-default vs values-hardened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bench/results/     immutable raw output, every number's source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metrics/           headline.json, render.py (drift-checked)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docs/design/       requirements, HLD, LLD, decisions, spikes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docs/tasks/        early task packs (waves 1-2)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 ci.yml (disabled), barrier.yml (active)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760720" y="1188720"/>
            <a:ext cx="2926080" cy="3246120"/>
          </a:xfrm>
          <a:prstGeom prst="roundRect">
            <a:avLst>
              <a:gd name="adj" fmla="val 1875"/>
            </a:avLst>
          </a:prstGeom>
          <a:solidFill>
            <a:srgbClr val="1C2B4F"/>
          </a:solidFill>
          <a:ln w="9525">
            <a:solidFill>
              <a:srgbClr val="1C2B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572768"/>
            <a:ext cx="27432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sync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check          # 332 Python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+ Go, ~2 min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attest-demo    # full pipeline,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incl. tamper test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barrier-diff   # the mitigation,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as a diff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needs Docker + kind, no GPU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barrier-up PROFILE=hardened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barrier-spike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needs a real GPU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attest-stage1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ENGINE_URL=http://host:8000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roshanrana/PROVENANCE · design docs, decision log and bench/results in the repository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PROVENANCE — AI Systems Architecture Review</dc:title>
  <dc:subject>PptxGenJS Presentation</dc:subject>
  <dc:creator>Roshan Rana</dc:creator>
  <cp:lastModifiedBy>Roshan Rana</cp:lastModifiedBy>
  <cp:revision>1</cp:revision>
  <dcterms:created xsi:type="dcterms:W3CDTF">2026-09-13T00:13:01Z</dcterms:created>
  <dcterms:modified xsi:type="dcterms:W3CDTF">2026-09-13T00:13:01Z</dcterms:modified>
</cp:coreProperties>
</file>